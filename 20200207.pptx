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73" r:id="rId5"/>
    <p:sldId id="275" r:id="rId6"/>
    <p:sldId id="277" r:id="rId7"/>
    <p:sldId id="272" r:id="rId8"/>
    <p:sldId id="274" r:id="rId9"/>
    <p:sldId id="276" r:id="rId10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790FAC-E1DF-4C1A-B15C-4B37BD1C49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68A38BC6-7116-4DFC-AE4E-052B25C079EE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n-US" altLang="ko-KR" noProof="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Today</a:t>
          </a:r>
          <a:endParaRPr lang="en-US" altLang="ko-KR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F7538678-1E34-438D-8A03-1503AEA69B4E}" type="parTrans" cxnId="{C7B25D08-6C4A-4FAB-AC42-A8DBBB2829BC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444FC896-8795-4DAC-B378-67B039171C54}" type="sibTrans" cxnId="{C7B25D08-6C4A-4FAB-AC42-A8DBBB2829BC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5F63DC35-4F3C-4493-94F3-A81B531B4D74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n-US" altLang="ko-KR" noProof="0" dirty="0" err="1" smtClean="0">
              <a:latin typeface="맑은 고딕" panose="020B0503020000020004" pitchFamily="50" charset="-127"/>
              <a:ea typeface="맑은 고딕" panose="020B0503020000020004" pitchFamily="50" charset="-127"/>
            </a:rPr>
            <a:t>Todo</a:t>
          </a:r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A237A20E-7AB5-4011-88C4-F47C7FC517FD}" type="parTrans" cxnId="{25924232-6376-4BFD-99D6-65D9F26977D9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F96DC060-BE3F-4014-93FD-8BF35637838D}" type="sibTrans" cxnId="{25924232-6376-4BFD-99D6-65D9F26977D9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2B036AD7-C783-4337-B131-65880F99FC8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n-US" altLang="ko-KR" noProof="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Weather</a:t>
          </a:r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A586ACC2-E33C-455E-8DDB-3C4AFB949888}" type="parTrans" cxnId="{DE48C182-0599-4971-9664-7FAF19342715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A5B8D427-6796-4867-9683-61262ADA91B4}" type="sibTrans" cxnId="{DE48C182-0599-4971-9664-7FAF19342715}">
      <dgm:prSet/>
      <dgm:spPr/>
      <dgm:t>
        <a:bodyPr rtlCol="0"/>
        <a:lstStyle/>
        <a:p>
          <a:pPr rtl="0"/>
          <a:endParaRPr lang="ko-KR" altLang="en-US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32668F0A-42D4-4927-84E2-753188B5AD87}" type="pres">
      <dgm:prSet presAssocID="{A0790FAC-E1DF-4C1A-B15C-4B37BD1C498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479182-E26F-49FB-B8F9-3116B0DD6644}" type="pres">
      <dgm:prSet presAssocID="{68A38BC6-7116-4DFC-AE4E-052B25C079EE}" presName="compNode" presStyleCnt="0"/>
      <dgm:spPr/>
    </dgm:pt>
    <dgm:pt modelId="{9AADBD18-3404-473A-A086-127ABD471E84}" type="pres">
      <dgm:prSet presAssocID="{68A38BC6-7116-4DFC-AE4E-052B25C079EE}" presName="iconBgRect" presStyleLbl="bgShp" presStyleIdx="0" presStyleCnt="3"/>
      <dgm:spPr>
        <a:solidFill>
          <a:schemeClr val="tx2"/>
        </a:solidFill>
      </dgm:spPr>
    </dgm:pt>
    <dgm:pt modelId="{41AD087F-F8D4-415F-ACC6-A4DA30D57A5D}" type="pres">
      <dgm:prSet presAssocID="{68A38BC6-7116-4DFC-AE4E-052B25C079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78568C6-61C8-464E-83CE-BA7B18E375C8}" type="pres">
      <dgm:prSet presAssocID="{68A38BC6-7116-4DFC-AE4E-052B25C079EE}" presName="spaceRect" presStyleCnt="0"/>
      <dgm:spPr/>
    </dgm:pt>
    <dgm:pt modelId="{6B6CE3C5-3B96-4820-B7BE-5016D1374B10}" type="pres">
      <dgm:prSet presAssocID="{68A38BC6-7116-4DFC-AE4E-052B25C079EE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EE08F7E-9561-456D-9C3C-E94FB9BF017E}" type="pres">
      <dgm:prSet presAssocID="{444FC896-8795-4DAC-B378-67B039171C54}" presName="sibTrans" presStyleCnt="0"/>
      <dgm:spPr/>
    </dgm:pt>
    <dgm:pt modelId="{38856C01-7C97-49D3-98E2-94E6B8567E49}" type="pres">
      <dgm:prSet presAssocID="{5F63DC35-4F3C-4493-94F3-A81B531B4D74}" presName="compNode" presStyleCnt="0"/>
      <dgm:spPr/>
    </dgm:pt>
    <dgm:pt modelId="{C47AD2B5-17D8-4773-B6DF-209B673C8345}" type="pres">
      <dgm:prSet presAssocID="{5F63DC35-4F3C-4493-94F3-A81B531B4D74}" presName="iconBgRect" presStyleLbl="bgShp" presStyleIdx="1" presStyleCnt="3"/>
      <dgm:spPr>
        <a:solidFill>
          <a:schemeClr val="tx2"/>
        </a:solidFill>
      </dgm:spPr>
    </dgm:pt>
    <dgm:pt modelId="{42D7F779-995C-4F05-B63C-46AA10619414}" type="pres">
      <dgm:prSet presAssocID="{5F63DC35-4F3C-4493-94F3-A81B531B4D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2CD0DD7-06BB-415F-BD4A-F21DCD3A8822}" type="pres">
      <dgm:prSet presAssocID="{5F63DC35-4F3C-4493-94F3-A81B531B4D74}" presName="spaceRect" presStyleCnt="0"/>
      <dgm:spPr/>
    </dgm:pt>
    <dgm:pt modelId="{78884F33-2B3A-4F06-9A4A-AC181AB86F83}" type="pres">
      <dgm:prSet presAssocID="{5F63DC35-4F3C-4493-94F3-A81B531B4D74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D921BD1-6AE3-446F-BAE1-2D75DFCF2C46}" type="pres">
      <dgm:prSet presAssocID="{F96DC060-BE3F-4014-93FD-8BF35637838D}" presName="sibTrans" presStyleCnt="0"/>
      <dgm:spPr/>
    </dgm:pt>
    <dgm:pt modelId="{3DD24EEE-721F-4AEC-AC59-C4116472D40C}" type="pres">
      <dgm:prSet presAssocID="{2B036AD7-C783-4337-B131-65880F99FC82}" presName="compNode" presStyleCnt="0"/>
      <dgm:spPr/>
    </dgm:pt>
    <dgm:pt modelId="{0C63C9DF-0B6B-4DAA-87CD-9D0857A0E274}" type="pres">
      <dgm:prSet presAssocID="{2B036AD7-C783-4337-B131-65880F99FC82}" presName="iconBgRect" presStyleLbl="bgShp" presStyleIdx="2" presStyleCnt="3"/>
      <dgm:spPr>
        <a:solidFill>
          <a:schemeClr val="tx2"/>
        </a:solidFill>
      </dgm:spPr>
    </dgm:pt>
    <dgm:pt modelId="{C1EB343B-95DB-438D-B23B-355EB5A74B25}" type="pres">
      <dgm:prSet presAssocID="{2B036AD7-C783-4337-B131-65880F99FC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3C1C822-4AF2-42CA-8B75-219150455557}" type="pres">
      <dgm:prSet presAssocID="{2B036AD7-C783-4337-B131-65880F99FC82}" presName="spaceRect" presStyleCnt="0"/>
      <dgm:spPr/>
    </dgm:pt>
    <dgm:pt modelId="{90F17641-F7B3-470A-8361-8C7960027E77}" type="pres">
      <dgm:prSet presAssocID="{2B036AD7-C783-4337-B131-65880F99FC82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7B25D08-6C4A-4FAB-AC42-A8DBBB2829BC}" srcId="{A0790FAC-E1DF-4C1A-B15C-4B37BD1C498D}" destId="{68A38BC6-7116-4DFC-AE4E-052B25C079EE}" srcOrd="0" destOrd="0" parTransId="{F7538678-1E34-438D-8A03-1503AEA69B4E}" sibTransId="{444FC896-8795-4DAC-B378-67B039171C54}"/>
    <dgm:cxn modelId="{DE48C182-0599-4971-9664-7FAF19342715}" srcId="{A0790FAC-E1DF-4C1A-B15C-4B37BD1C498D}" destId="{2B036AD7-C783-4337-B131-65880F99FC82}" srcOrd="2" destOrd="0" parTransId="{A586ACC2-E33C-455E-8DDB-3C4AFB949888}" sibTransId="{A5B8D427-6796-4867-9683-61262ADA91B4}"/>
    <dgm:cxn modelId="{8F33204F-A1F1-43DC-AB16-2B3E901210E9}" type="presOf" srcId="{5F63DC35-4F3C-4493-94F3-A81B531B4D74}" destId="{78884F33-2B3A-4F06-9A4A-AC181AB86F83}" srcOrd="0" destOrd="0" presId="urn:microsoft.com/office/officeart/2018/5/layout/IconCircleLabelList"/>
    <dgm:cxn modelId="{0B9C6D8F-DA84-459A-AF0B-7D6E34119CC3}" type="presOf" srcId="{2B036AD7-C783-4337-B131-65880F99FC82}" destId="{90F17641-F7B3-470A-8361-8C7960027E77}" srcOrd="0" destOrd="0" presId="urn:microsoft.com/office/officeart/2018/5/layout/IconCircleLabelList"/>
    <dgm:cxn modelId="{25924232-6376-4BFD-99D6-65D9F26977D9}" srcId="{A0790FAC-E1DF-4C1A-B15C-4B37BD1C498D}" destId="{5F63DC35-4F3C-4493-94F3-A81B531B4D74}" srcOrd="1" destOrd="0" parTransId="{A237A20E-7AB5-4011-88C4-F47C7FC517FD}" sibTransId="{F96DC060-BE3F-4014-93FD-8BF35637838D}"/>
    <dgm:cxn modelId="{6DFA03AD-A40B-46EC-9784-9BCB7DBEA4A5}" type="presOf" srcId="{68A38BC6-7116-4DFC-AE4E-052B25C079EE}" destId="{6B6CE3C5-3B96-4820-B7BE-5016D1374B10}" srcOrd="0" destOrd="0" presId="urn:microsoft.com/office/officeart/2018/5/layout/IconCircleLabelList"/>
    <dgm:cxn modelId="{E55257A9-2AF0-4967-8970-976F629A8BCD}" type="presOf" srcId="{A0790FAC-E1DF-4C1A-B15C-4B37BD1C498D}" destId="{32668F0A-42D4-4927-84E2-753188B5AD87}" srcOrd="0" destOrd="0" presId="urn:microsoft.com/office/officeart/2018/5/layout/IconCircleLabelList"/>
    <dgm:cxn modelId="{B8D3F0EB-ACD6-4FB4-83A4-C15C6636F43A}" type="presParOf" srcId="{32668F0A-42D4-4927-84E2-753188B5AD87}" destId="{61479182-E26F-49FB-B8F9-3116B0DD6644}" srcOrd="0" destOrd="0" presId="urn:microsoft.com/office/officeart/2018/5/layout/IconCircleLabelList"/>
    <dgm:cxn modelId="{006A6637-2707-46C5-966F-4642E8A36306}" type="presParOf" srcId="{61479182-E26F-49FB-B8F9-3116B0DD6644}" destId="{9AADBD18-3404-473A-A086-127ABD471E84}" srcOrd="0" destOrd="0" presId="urn:microsoft.com/office/officeart/2018/5/layout/IconCircleLabelList"/>
    <dgm:cxn modelId="{F33A4789-3288-4C0C-9ACE-7F9CDC24C055}" type="presParOf" srcId="{61479182-E26F-49FB-B8F9-3116B0DD6644}" destId="{41AD087F-F8D4-415F-ACC6-A4DA30D57A5D}" srcOrd="1" destOrd="0" presId="urn:microsoft.com/office/officeart/2018/5/layout/IconCircleLabelList"/>
    <dgm:cxn modelId="{75BC3A9F-F2B5-455A-85F1-51B8039E09B9}" type="presParOf" srcId="{61479182-E26F-49FB-B8F9-3116B0DD6644}" destId="{478568C6-61C8-464E-83CE-BA7B18E375C8}" srcOrd="2" destOrd="0" presId="urn:microsoft.com/office/officeart/2018/5/layout/IconCircleLabelList"/>
    <dgm:cxn modelId="{85C6874E-5238-4F43-8116-6B07B7D0B17B}" type="presParOf" srcId="{61479182-E26F-49FB-B8F9-3116B0DD6644}" destId="{6B6CE3C5-3B96-4820-B7BE-5016D1374B10}" srcOrd="3" destOrd="0" presId="urn:microsoft.com/office/officeart/2018/5/layout/IconCircleLabelList"/>
    <dgm:cxn modelId="{6885B3DD-3B95-4DE5-B907-13382DFB250F}" type="presParOf" srcId="{32668F0A-42D4-4927-84E2-753188B5AD87}" destId="{9EE08F7E-9561-456D-9C3C-E94FB9BF017E}" srcOrd="1" destOrd="0" presId="urn:microsoft.com/office/officeart/2018/5/layout/IconCircleLabelList"/>
    <dgm:cxn modelId="{F12FFE76-C572-46B6-AE0A-CA4F71B50A32}" type="presParOf" srcId="{32668F0A-42D4-4927-84E2-753188B5AD87}" destId="{38856C01-7C97-49D3-98E2-94E6B8567E49}" srcOrd="2" destOrd="0" presId="urn:microsoft.com/office/officeart/2018/5/layout/IconCircleLabelList"/>
    <dgm:cxn modelId="{EC97492C-3348-4C7F-BB59-8D2D5534FCD7}" type="presParOf" srcId="{38856C01-7C97-49D3-98E2-94E6B8567E49}" destId="{C47AD2B5-17D8-4773-B6DF-209B673C8345}" srcOrd="0" destOrd="0" presId="urn:microsoft.com/office/officeart/2018/5/layout/IconCircleLabelList"/>
    <dgm:cxn modelId="{EEBA445C-0A30-4B29-9EFA-F4F869E7E70E}" type="presParOf" srcId="{38856C01-7C97-49D3-98E2-94E6B8567E49}" destId="{42D7F779-995C-4F05-B63C-46AA10619414}" srcOrd="1" destOrd="0" presId="urn:microsoft.com/office/officeart/2018/5/layout/IconCircleLabelList"/>
    <dgm:cxn modelId="{630936A7-0E7A-4616-AB7A-463576736F85}" type="presParOf" srcId="{38856C01-7C97-49D3-98E2-94E6B8567E49}" destId="{52CD0DD7-06BB-415F-BD4A-F21DCD3A8822}" srcOrd="2" destOrd="0" presId="urn:microsoft.com/office/officeart/2018/5/layout/IconCircleLabelList"/>
    <dgm:cxn modelId="{31B572CE-F230-4147-A1B1-A4A3E0F70C80}" type="presParOf" srcId="{38856C01-7C97-49D3-98E2-94E6B8567E49}" destId="{78884F33-2B3A-4F06-9A4A-AC181AB86F83}" srcOrd="3" destOrd="0" presId="urn:microsoft.com/office/officeart/2018/5/layout/IconCircleLabelList"/>
    <dgm:cxn modelId="{15CB22A0-B7BF-48AA-9ABC-4F49EE4CE04F}" type="presParOf" srcId="{32668F0A-42D4-4927-84E2-753188B5AD87}" destId="{AD921BD1-6AE3-446F-BAE1-2D75DFCF2C46}" srcOrd="3" destOrd="0" presId="urn:microsoft.com/office/officeart/2018/5/layout/IconCircleLabelList"/>
    <dgm:cxn modelId="{E4E4B78A-96E4-4E58-A4BE-F3B63A13A1FD}" type="presParOf" srcId="{32668F0A-42D4-4927-84E2-753188B5AD87}" destId="{3DD24EEE-721F-4AEC-AC59-C4116472D40C}" srcOrd="4" destOrd="0" presId="urn:microsoft.com/office/officeart/2018/5/layout/IconCircleLabelList"/>
    <dgm:cxn modelId="{7938D251-8760-46AD-81CF-B05A3B5676DC}" type="presParOf" srcId="{3DD24EEE-721F-4AEC-AC59-C4116472D40C}" destId="{0C63C9DF-0B6B-4DAA-87CD-9D0857A0E274}" srcOrd="0" destOrd="0" presId="urn:microsoft.com/office/officeart/2018/5/layout/IconCircleLabelList"/>
    <dgm:cxn modelId="{D9EB48F5-644D-49BB-8C9E-D707BE574DB4}" type="presParOf" srcId="{3DD24EEE-721F-4AEC-AC59-C4116472D40C}" destId="{C1EB343B-95DB-438D-B23B-355EB5A74B25}" srcOrd="1" destOrd="0" presId="urn:microsoft.com/office/officeart/2018/5/layout/IconCircleLabelList"/>
    <dgm:cxn modelId="{FDE4CB66-4AF5-40A2-BC6B-21EFE4171F79}" type="presParOf" srcId="{3DD24EEE-721F-4AEC-AC59-C4116472D40C}" destId="{53C1C822-4AF2-42CA-8B75-219150455557}" srcOrd="2" destOrd="0" presId="urn:microsoft.com/office/officeart/2018/5/layout/IconCircleLabelList"/>
    <dgm:cxn modelId="{D09090E4-D7D5-439C-9B2A-0DB7CD038096}" type="presParOf" srcId="{3DD24EEE-721F-4AEC-AC59-C4116472D40C}" destId="{90F17641-F7B3-470A-8361-8C7960027E7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DBD18-3404-473A-A086-127ABD471E84}">
      <dsp:nvSpPr>
        <dsp:cNvPr id="0" name=""/>
        <dsp:cNvSpPr/>
      </dsp:nvSpPr>
      <dsp:spPr>
        <a:xfrm>
          <a:off x="646289" y="595620"/>
          <a:ext cx="1749937" cy="1749937"/>
        </a:xfrm>
        <a:prstGeom prst="ellipse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D087F-F8D4-415F-ACC6-A4DA30D57A5D}">
      <dsp:nvSpPr>
        <dsp:cNvPr id="0" name=""/>
        <dsp:cNvSpPr/>
      </dsp:nvSpPr>
      <dsp:spPr>
        <a:xfrm>
          <a:off x="1019227" y="968557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CE3C5-3B96-4820-B7BE-5016D1374B10}">
      <dsp:nvSpPr>
        <dsp:cNvPr id="0" name=""/>
        <dsp:cNvSpPr/>
      </dsp:nvSpPr>
      <dsp:spPr>
        <a:xfrm>
          <a:off x="86883" y="289062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lvl="0" algn="ctr" defTabSz="1422400" rtl="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altLang="ko-KR" sz="3200" kern="1200" noProof="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Today</a:t>
          </a:r>
          <a:endParaRPr lang="en-US" altLang="ko-KR" sz="3200" kern="1200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sp:txBody>
      <dsp:txXfrm>
        <a:off x="86883" y="2890620"/>
        <a:ext cx="2868750" cy="720000"/>
      </dsp:txXfrm>
    </dsp:sp>
    <dsp:sp modelId="{C47AD2B5-17D8-4773-B6DF-209B673C8345}">
      <dsp:nvSpPr>
        <dsp:cNvPr id="0" name=""/>
        <dsp:cNvSpPr/>
      </dsp:nvSpPr>
      <dsp:spPr>
        <a:xfrm>
          <a:off x="4017071" y="595620"/>
          <a:ext cx="1749937" cy="1749937"/>
        </a:xfrm>
        <a:prstGeom prst="ellipse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7F779-995C-4F05-B63C-46AA10619414}">
      <dsp:nvSpPr>
        <dsp:cNvPr id="0" name=""/>
        <dsp:cNvSpPr/>
      </dsp:nvSpPr>
      <dsp:spPr>
        <a:xfrm>
          <a:off x="4390008" y="968557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84F33-2B3A-4F06-9A4A-AC181AB86F83}">
      <dsp:nvSpPr>
        <dsp:cNvPr id="0" name=""/>
        <dsp:cNvSpPr/>
      </dsp:nvSpPr>
      <dsp:spPr>
        <a:xfrm>
          <a:off x="3457664" y="289062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lvl="0" algn="ctr" defTabSz="1422400" rtl="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altLang="ko-KR" sz="3200" kern="1200" noProof="0" dirty="0" err="1" smtClean="0">
              <a:latin typeface="맑은 고딕" panose="020B0503020000020004" pitchFamily="50" charset="-127"/>
              <a:ea typeface="맑은 고딕" panose="020B0503020000020004" pitchFamily="50" charset="-127"/>
            </a:rPr>
            <a:t>Todo</a:t>
          </a:r>
          <a:endParaRPr lang="ko-KR" altLang="en-US" sz="3200" kern="1200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sp:txBody>
      <dsp:txXfrm>
        <a:off x="3457664" y="2890620"/>
        <a:ext cx="2868750" cy="720000"/>
      </dsp:txXfrm>
    </dsp:sp>
    <dsp:sp modelId="{0C63C9DF-0B6B-4DAA-87CD-9D0857A0E274}">
      <dsp:nvSpPr>
        <dsp:cNvPr id="0" name=""/>
        <dsp:cNvSpPr/>
      </dsp:nvSpPr>
      <dsp:spPr>
        <a:xfrm>
          <a:off x="7387852" y="595620"/>
          <a:ext cx="1749937" cy="1749937"/>
        </a:xfrm>
        <a:prstGeom prst="ellipse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B343B-95DB-438D-B23B-355EB5A74B25}">
      <dsp:nvSpPr>
        <dsp:cNvPr id="0" name=""/>
        <dsp:cNvSpPr/>
      </dsp:nvSpPr>
      <dsp:spPr>
        <a:xfrm>
          <a:off x="7760790" y="968557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17641-F7B3-470A-8361-8C7960027E77}">
      <dsp:nvSpPr>
        <dsp:cNvPr id="0" name=""/>
        <dsp:cNvSpPr/>
      </dsp:nvSpPr>
      <dsp:spPr>
        <a:xfrm>
          <a:off x="6828446" y="289062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lvl="0" algn="ctr" defTabSz="1422400" rtl="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altLang="ko-KR" sz="3200" kern="1200" noProof="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Weather</a:t>
          </a:r>
          <a:endParaRPr lang="ko-KR" altLang="en-US" sz="3200" kern="1200" noProof="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sp:txBody>
      <dsp:txXfrm>
        <a:off x="6828446" y="2890620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아이콘 원 레이블 목록"/>
  <dgm:desc val="관련 시각적 개체를 동반한 비순차적이거나 그룹화된 정보를 표시하는 데 사용합니다. 짧은 텍스트 캡션이 있는 아이콘이나 작은 그림에 적합합니다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47FEE46-1D04-430F-88F7-C67B835F3C8E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2020-02-07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F054BB-8F28-4346-8754-0E5644500E1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230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D06CA8D-5EF2-469C-B737-8CBA9081F431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170A596-7141-45E9-836C-E467146705E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395994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751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545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939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840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37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2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19D9F0F-17A2-4D48-A8FD-B8ADB8CECC2E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9F9CB82-C0E6-467E-9993-160D7FDDA5CA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C96D5B-C0A9-4629-9A25-A4F3F1242B8B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87BCA0A-BED6-4AE6-9AED-ADC2836EECDF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EA0D051-2BD6-4F7C-B8FC-CE923A5DA495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0F6A5B2-3CCC-4DDD-8489-49BE6D3CAAB9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6876669-AA5A-40D0-BBE7-0B6233A65BF7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 rtlCol="0"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4DC13E-131A-4A6E-8F91-1E3AF5F8A902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rtlCol="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 rtlCol="0"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AA7DA8A-CFC6-471E-9E3F-7FE522FAD815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989790-EE93-46A2-BBC8-8EF7646D93A9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 rtlCol="0"/>
          <a:lstStyle>
            <a:lvl1pPr>
              <a:defRPr/>
            </a:lvl1pPr>
          </a:lstStyle>
          <a:p>
            <a:fld id="{6C8CD358-EF4C-476D-87AF-B9FD3BC96C3E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 rtlCol="0"/>
          <a:lstStyle/>
          <a:p>
            <a:pPr rtl="0"/>
            <a:fld id="{4FAB73BC-B049-4115-A692-8D63A059BFB8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1F2B287-0DE6-4823-A0EC-3ED0FD8F3BCB}" type="datetime1">
              <a:rPr lang="ko-KR" altLang="en-US" smtClean="0"/>
              <a:pPr/>
              <a:t>2020-02-07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FAB73BC-B049-4115-A692-8D63A059BFB8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1148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4008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86868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09728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2846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59C3A3-8B02-4FAB-91CE-E81E1BA31F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048" y="2059012"/>
            <a:ext cx="12188952" cy="1828800"/>
          </a:xfrm>
          <a:prstGeom prst="rect">
            <a:avLst/>
          </a:prstGeom>
          <a:solidFill>
            <a:schemeClr val="tx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rtlCol="0">
            <a:norm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Web project</a:t>
            </a:r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B366A7-87C2-43BB-AF03-1AF039EE1D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48" y="3887812"/>
            <a:ext cx="12188952" cy="4572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56C232-3134-4C4E-8119-3B970E1C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3152" cy="45720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dirty="0" smtClean="0"/>
              <a:t>곽은정 이현민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173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en-US" altLang="ko-KR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ToTo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Weather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내용 개체 틀 2" descr="아이콘 원형 레이블 목록 SmartArt">
            <a:extLst>
              <a:ext uri="{FF2B5EF4-FFF2-40B4-BE49-F238E27FC236}">
                <a16:creationId xmlns:a16="http://schemas.microsoft.com/office/drawing/2014/main" id="{4759D35E-A055-47E9-9961-B61BD872C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341510"/>
              </p:ext>
            </p:extLst>
          </p:nvPr>
        </p:nvGraphicFramePr>
        <p:xfrm>
          <a:off x="1202919" y="2011680"/>
          <a:ext cx="97840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92974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623"/>
            <a:ext cx="12192000" cy="6604000"/>
          </a:xfrm>
        </p:spPr>
      </p:pic>
    </p:spTree>
    <p:extLst>
      <p:ext uri="{BB962C8B-B14F-4D97-AF65-F5344CB8AC3E}">
        <p14:creationId xmlns:p14="http://schemas.microsoft.com/office/powerpoint/2010/main" val="1945459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ko-KR" altLang="en-US" dirty="0" smtClean="0"/>
              <a:t>목표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오른쪽 항목 클릭 시 해당 지역으로 지도 이동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dirty="0" smtClean="0"/>
              <a:t>지도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에서 지역별 날씨를 아이콘으로 보여줌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dirty="0" smtClean="0"/>
              <a:t>달력과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를 이용해 </a:t>
            </a:r>
            <a:r>
              <a:rPr lang="en-US" altLang="ko-KR" dirty="0" smtClean="0"/>
              <a:t>To-do </a:t>
            </a:r>
            <a:r>
              <a:rPr lang="ko-KR" altLang="en-US" dirty="0" smtClean="0"/>
              <a:t>기능 구현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60782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b="1" dirty="0" smtClean="0"/>
              <a:t>곽은정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디자인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동적 데이터 제어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b="1" dirty="0" smtClean="0"/>
              <a:t>이현민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네이버 지도 </a:t>
            </a:r>
            <a:r>
              <a:rPr lang="en-US" altLang="ko-KR" dirty="0" smtClean="0"/>
              <a:t>API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날씨 데이터 </a:t>
            </a:r>
            <a:r>
              <a:rPr lang="en-US" altLang="ko-KR" dirty="0" smtClean="0"/>
              <a:t>Parsing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6646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ko-KR" altLang="en-US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ko-KR" altLang="en-US" dirty="0" smtClean="0"/>
              <a:t>어려운 점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b="1" dirty="0" smtClean="0"/>
              <a:t>곽은정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: CSS</a:t>
            </a:r>
            <a:r>
              <a:rPr lang="ko-KR" altLang="en-US" dirty="0" smtClean="0"/>
              <a:t>에 이때까지 다뤄보지 않은 다양한 기능이 많아서 일일이 검색해봐야 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생각처럼 배치가 되지 않아서 답답했다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b="1" dirty="0" smtClean="0"/>
              <a:t>이현민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: API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Parsing </a:t>
            </a:r>
            <a:r>
              <a:rPr lang="ko-KR" altLang="en-US" dirty="0" smtClean="0"/>
              <a:t>둘 다 처음 하는 거라 어려울 것 같다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6414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줄무늬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852_TF89910445.potx" id="{00A6DA3F-09E8-4DC0-B7CA-891D3E78E306}" vid="{2C379BDE-9CCC-4F51-BB96-7578BC8B596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934CB3-A97C-40D1-8D7D-5211E1C57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4E3864-550F-4194-BC9D-CCA442A52D0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F871927-9856-4138-B7A7-125C4AA7EF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줄무늬 디자인</Template>
  <TotalTime>0</TotalTime>
  <Words>99</Words>
  <Application>Microsoft Office PowerPoint</Application>
  <PresentationFormat>와이드스크린</PresentationFormat>
  <Paragraphs>22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Calibri</vt:lpstr>
      <vt:lpstr>Wingdings</vt:lpstr>
      <vt:lpstr>줄무늬</vt:lpstr>
      <vt:lpstr>Web project</vt:lpstr>
      <vt:lpstr>ToTo Weather</vt:lpstr>
      <vt:lpstr>PowerPoint 프레젠테이션</vt:lpstr>
      <vt:lpstr>목표</vt:lpstr>
      <vt:lpstr>역할</vt:lpstr>
      <vt:lpstr>어려운 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2020-02-07T07:53:59Z</dcterms:created>
  <dcterms:modified xsi:type="dcterms:W3CDTF">2020-02-07T08:13:12Z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